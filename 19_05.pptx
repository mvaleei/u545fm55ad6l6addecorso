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C9A524-DACC-AEA5-886D-CF819E6F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1738BD3-4275-A20C-5028-4DB10CB79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0838DB-4172-D90A-7372-90B9D498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3BB622-C217-9ABB-62AA-A82EE9FB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F2B670-28A1-FB88-9BC0-52DD9F45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233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E3B225-77E6-090B-5C97-6DEAB493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EC5AB-4490-8A03-8C53-DECDE365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5E3FF0-2EB1-79B9-9197-9D215D92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CE03F8-8E54-1C97-DF3D-77A240B8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982F50-29FF-DAF4-510E-300D1B3A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09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132BAE-9B21-D2CF-0274-A542ADA9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B8B29F-B798-B0A8-02A7-A25D6AE7F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867F93-E264-518C-9DE9-2A3E4364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7AAF6D-BD76-939E-D549-D67537F2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8F10C9-A381-AF13-63D8-34D868E5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35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534840-96D4-22B6-7F4C-51CA4D61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56D82B-16A7-DD60-7FF4-129D26F8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F96119D-6C70-36FA-119A-D589C7F83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1C9991C-0AB3-15B7-5556-6353E57C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5B0ED4-95E6-255F-6B23-6D2B4E86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9D683E2-061A-BC06-CFE0-B339C3D9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66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CA2DFE-F708-2C17-3184-69F3703A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370E710-96F8-0B13-F92D-BA258F36A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76B2233-623D-C40E-6E54-BAC697171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31FB22-58C4-EF9D-AE46-D10057585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54BDDDE-7E1C-6453-DE2B-F4F6A1B94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83DE0CE-B91A-DDB8-EF83-C28B622E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4E6AA1-5CF1-A354-4C2F-EEAE04DF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0353982-A062-611E-58D6-41476397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022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E5D6BD-DE10-A632-1706-53E9E53E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D6D6D72-3EC9-40AA-C702-02191F55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DA243D6-0203-3F33-7779-59517322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52FA42-1EBA-E203-B83D-D7005B66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482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F2CE84B-9E01-73AD-8924-A3186C61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03E27A9-61CB-41DD-6BB1-CCDB366E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56239C-4659-EBFA-4404-1D334586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617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50394-E592-1076-626B-F8EB543F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277C58-7B26-F826-C6F9-DBD94211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41475F-F49E-D8D4-69A4-1E7170802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E4C541-3D1F-1E92-9075-4B9AF483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85ED9D-4A39-C32F-482C-7CF93E07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37E4A2-1C50-71BC-E110-9BE9FD48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324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DF9EF-FAF3-269B-0714-4072D5FC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C5FB5CA-A393-7997-4798-3A302C427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4B79436-C777-AD69-050B-3985986D5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3CC4C5-DD42-722E-865C-058FFB40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EC63D9-CF3B-41B9-14A0-0F9A5B44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98031C-4E3C-9471-F51A-73807983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16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EEF3D0-72D2-0869-B747-1C69FD68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9756AFC-DA1B-3E9F-4379-60406C1E5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9A54BF-5D88-D631-217E-E7A28B80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85631E-8990-0344-637C-037DFC4D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5807E9-9F8D-B416-0EC7-B890498B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17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F5152D0-1F7A-7EF6-084B-7022D517D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07EF53-3C34-2E38-579B-9B404545F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2667DE-6110-9A8C-FB29-EDF06B82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6DC5A6-4814-6627-0FD4-504C9884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35AA6-0997-4F47-CBA0-431E10D5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439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CA7A227-0BED-ED0D-AF0B-2F96368A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023B17-EFC5-A3CF-3ABB-AF5661053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F6E56C-7BA9-E404-2AF1-04C75F1B2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D09DD-B10A-4E36-BF0A-062F1CC7CC81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FE595B-9631-F098-11AB-51EFCBA9E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9712C9-36BD-51ED-5039-3A058D33A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27E78-20E6-4692-B3F9-974305F1FF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780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193CE4-C325-4A5D-603D-EC56CD31FE3B}"/>
              </a:ext>
            </a:extLst>
          </p:cNvPr>
          <p:cNvSpPr txBox="1"/>
          <p:nvPr/>
        </p:nvSpPr>
        <p:spPr>
          <a:xfrm>
            <a:off x="3557588" y="1138238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DIAGRAMMI STRUTTURALI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CDA6F42-818D-0247-70D2-7B5D349D280E}"/>
              </a:ext>
            </a:extLst>
          </p:cNvPr>
          <p:cNvSpPr txBox="1"/>
          <p:nvPr/>
        </p:nvSpPr>
        <p:spPr>
          <a:xfrm>
            <a:off x="3490913" y="3781425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DIAGRAMMI COMPORTAMENTALI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768F805-FC12-B3D7-4E67-A05EDE41EA18}"/>
              </a:ext>
            </a:extLst>
          </p:cNvPr>
          <p:cNvSpPr txBox="1"/>
          <p:nvPr/>
        </p:nvSpPr>
        <p:spPr>
          <a:xfrm>
            <a:off x="5186363" y="1566863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Diagramma di classe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773B8A-CB55-4674-2C8B-24B8FAC05FB3}"/>
              </a:ext>
            </a:extLst>
          </p:cNvPr>
          <p:cNvSpPr txBox="1"/>
          <p:nvPr/>
        </p:nvSpPr>
        <p:spPr>
          <a:xfrm>
            <a:off x="5267325" y="4243388"/>
            <a:ext cx="275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Diagramma degli oggetti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8EA4277-B4B9-30DC-F2A3-65A8125F79D7}"/>
              </a:ext>
            </a:extLst>
          </p:cNvPr>
          <p:cNvCxnSpPr/>
          <p:nvPr/>
        </p:nvCxnSpPr>
        <p:spPr>
          <a:xfrm flipV="1">
            <a:off x="6591300" y="2209800"/>
            <a:ext cx="300038" cy="1295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8FC0E2B-8C58-F9E6-A317-B7B65CBE08FF}"/>
              </a:ext>
            </a:extLst>
          </p:cNvPr>
          <p:cNvSpPr txBox="1"/>
          <p:nvPr/>
        </p:nvSpPr>
        <p:spPr>
          <a:xfrm>
            <a:off x="8277225" y="4876800"/>
            <a:ext cx="307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CalcolaInteressi</a:t>
            </a:r>
            <a:r>
              <a:rPr lang="it-IT" dirty="0"/>
              <a:t>()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DF1A547-2FFB-3194-CA2B-32A395D4351E}"/>
              </a:ext>
            </a:extLst>
          </p:cNvPr>
          <p:cNvSpPr txBox="1"/>
          <p:nvPr/>
        </p:nvSpPr>
        <p:spPr>
          <a:xfrm>
            <a:off x="8277225" y="5357812"/>
            <a:ext cx="260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Versamento(500)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ED5CCA5-CD9C-D6C2-8E56-563DA161B5D2}"/>
              </a:ext>
            </a:extLst>
          </p:cNvPr>
          <p:cNvSpPr txBox="1"/>
          <p:nvPr/>
        </p:nvSpPr>
        <p:spPr>
          <a:xfrm>
            <a:off x="8277225" y="5905501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saldoAttuale</a:t>
            </a:r>
            <a:r>
              <a:rPr lang="it-IT" dirty="0"/>
              <a:t> = </a:t>
            </a:r>
            <a:r>
              <a:rPr lang="it-IT" dirty="0" err="1"/>
              <a:t>TornaSaldo</a:t>
            </a:r>
            <a:r>
              <a:rPr lang="it-IT" dirty="0"/>
              <a:t>()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1041D-DB85-B31D-EE6A-7B19282F73FA}"/>
              </a:ext>
            </a:extLst>
          </p:cNvPr>
          <p:cNvSpPr txBox="1"/>
          <p:nvPr/>
        </p:nvSpPr>
        <p:spPr>
          <a:xfrm>
            <a:off x="8277225" y="6343650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saldoNuovo</a:t>
            </a:r>
            <a:r>
              <a:rPr lang="it-IT" dirty="0"/>
              <a:t> = </a:t>
            </a:r>
            <a:r>
              <a:rPr lang="it-IT" dirty="0" err="1"/>
              <a:t>versareSaldo</a:t>
            </a:r>
            <a:r>
              <a:rPr lang="it-IT" dirty="0"/>
              <a:t>(650)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C0430F7-8182-C6C1-1877-961E1337FFE2}"/>
              </a:ext>
            </a:extLst>
          </p:cNvPr>
          <p:cNvCxnSpPr>
            <a:stCxn id="11" idx="1"/>
          </p:cNvCxnSpPr>
          <p:nvPr/>
        </p:nvCxnSpPr>
        <p:spPr>
          <a:xfrm flipH="1">
            <a:off x="6881813" y="5542478"/>
            <a:ext cx="1395412" cy="467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CF09681-C519-7837-6B8C-8EB7205E2B70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891338" y="6015038"/>
            <a:ext cx="1385887" cy="513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F63EED8-506D-5294-D4FA-F87D60DD34F9}"/>
              </a:ext>
            </a:extLst>
          </p:cNvPr>
          <p:cNvSpPr txBox="1"/>
          <p:nvPr/>
        </p:nvSpPr>
        <p:spPr>
          <a:xfrm>
            <a:off x="4914901" y="5810786"/>
            <a:ext cx="191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Firma - signature</a:t>
            </a:r>
          </a:p>
        </p:txBody>
      </p:sp>
    </p:spTree>
    <p:extLst>
      <p:ext uri="{BB962C8B-B14F-4D97-AF65-F5344CB8AC3E}">
        <p14:creationId xmlns:p14="http://schemas.microsoft.com/office/powerpoint/2010/main" val="399482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482F9D31-DB63-3687-0A05-B4312DDB9A25}"/>
              </a:ext>
            </a:extLst>
          </p:cNvPr>
          <p:cNvSpPr/>
          <p:nvPr/>
        </p:nvSpPr>
        <p:spPr>
          <a:xfrm>
            <a:off x="5610226" y="1914525"/>
            <a:ext cx="2686050" cy="17097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233807-6680-5490-9943-2313FC22294B}"/>
              </a:ext>
            </a:extLst>
          </p:cNvPr>
          <p:cNvSpPr txBox="1"/>
          <p:nvPr/>
        </p:nvSpPr>
        <p:spPr>
          <a:xfrm>
            <a:off x="800100" y="723900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Classe -&gt; Istanza - &gt; Oggetto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44BB28C-CDB7-61D8-ABA2-3254B4573851}"/>
              </a:ext>
            </a:extLst>
          </p:cNvPr>
          <p:cNvCxnSpPr>
            <a:cxnSpLocks/>
          </p:cNvCxnSpPr>
          <p:nvPr/>
        </p:nvCxnSpPr>
        <p:spPr>
          <a:xfrm>
            <a:off x="4433889" y="2433638"/>
            <a:ext cx="1738311" cy="104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A65C32-2371-C857-453B-6A8DD457A930}"/>
              </a:ext>
            </a:extLst>
          </p:cNvPr>
          <p:cNvSpPr txBox="1"/>
          <p:nvPr/>
        </p:nvSpPr>
        <p:spPr>
          <a:xfrm>
            <a:off x="6112670" y="2584727"/>
            <a:ext cx="168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a3dde4aee5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2B2C697-A376-B94A-4FBC-039D60FB1528}"/>
              </a:ext>
            </a:extLst>
          </p:cNvPr>
          <p:cNvSpPr txBox="1"/>
          <p:nvPr/>
        </p:nvSpPr>
        <p:spPr>
          <a:xfrm>
            <a:off x="800100" y="2200275"/>
            <a:ext cx="387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Persona -&gt; istanziata -&gt; </a:t>
            </a:r>
            <a:r>
              <a:rPr lang="it-IT" dirty="0" err="1"/>
              <a:t>MarioRossi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8F2243-1892-8708-C407-531D9BA723E4}"/>
              </a:ext>
            </a:extLst>
          </p:cNvPr>
          <p:cNvSpPr txBox="1"/>
          <p:nvPr/>
        </p:nvSpPr>
        <p:spPr>
          <a:xfrm>
            <a:off x="842963" y="3429000"/>
            <a:ext cx="408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GiorgioVerdi</a:t>
            </a:r>
            <a:r>
              <a:rPr lang="it-IT" dirty="0"/>
              <a:t> = </a:t>
            </a:r>
            <a:r>
              <a:rPr lang="it-IT" dirty="0" err="1"/>
              <a:t>MarioRossi</a:t>
            </a:r>
            <a:endParaRPr lang="it-IT" dirty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AA1D84E-B76C-B90A-84AA-6AD7F7BF46CA}"/>
              </a:ext>
            </a:extLst>
          </p:cNvPr>
          <p:cNvCxnSpPr/>
          <p:nvPr/>
        </p:nvCxnSpPr>
        <p:spPr>
          <a:xfrm flipV="1">
            <a:off x="1733550" y="2863572"/>
            <a:ext cx="3805238" cy="565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686FC98-9D4A-A174-08B9-635AEC91543A}"/>
              </a:ext>
            </a:extLst>
          </p:cNvPr>
          <p:cNvSpPr txBox="1"/>
          <p:nvPr/>
        </p:nvSpPr>
        <p:spPr>
          <a:xfrm>
            <a:off x="928688" y="4581525"/>
            <a:ext cx="2776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GiorgioVerdi.saldo</a:t>
            </a:r>
            <a:r>
              <a:rPr lang="it-IT" dirty="0"/>
              <a:t> = 6000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0B9FB6-46AC-14AC-0947-84AD6274488B}"/>
              </a:ext>
            </a:extLst>
          </p:cNvPr>
          <p:cNvCxnSpPr>
            <a:endCxn id="4" idx="3"/>
          </p:cNvCxnSpPr>
          <p:nvPr/>
        </p:nvCxnSpPr>
        <p:spPr>
          <a:xfrm flipV="1">
            <a:off x="2890838" y="3373877"/>
            <a:ext cx="3112751" cy="1221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9DBD2DB-34CA-3553-788D-8B1B1315A011}"/>
              </a:ext>
            </a:extLst>
          </p:cNvPr>
          <p:cNvSpPr txBox="1"/>
          <p:nvPr/>
        </p:nvSpPr>
        <p:spPr>
          <a:xfrm>
            <a:off x="1004887" y="5009673"/>
            <a:ext cx="2776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MarioRossi.saldo</a:t>
            </a:r>
            <a:r>
              <a:rPr lang="it-IT" dirty="0"/>
              <a:t> = 6000</a:t>
            </a:r>
          </a:p>
        </p:txBody>
      </p:sp>
    </p:spTree>
    <p:extLst>
      <p:ext uri="{BB962C8B-B14F-4D97-AF65-F5344CB8AC3E}">
        <p14:creationId xmlns:p14="http://schemas.microsoft.com/office/powerpoint/2010/main" val="31680135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55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2026-05-19T08:05:38Z</dcterms:created>
  <dcterms:modified xsi:type="dcterms:W3CDTF">2026-05-19T09:15:54Z</dcterms:modified>
</cp:coreProperties>
</file>